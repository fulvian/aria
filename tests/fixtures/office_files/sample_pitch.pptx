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 Deck: ARIA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Reasoning &amp; Intelligent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Multi-agent orchestration</a:t>
            </a:r>
          </a:p>
          <a:p>
            <a:r>
              <a:t>• Memory subsystem</a:t>
            </a:r>
          </a:p>
          <a:p>
            <a:r>
              <a:t>• Google Workspace integration</a:t>
            </a:r>
          </a:p>
          <a:p>
            <a:r>
              <a:t>• MCP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1: Foundation (Q1 2026)</a:t>
            </a:r>
          </a:p>
          <a:p>
            <a:r>
              <a:t>• Phase 2: MVP (Q2 2026)</a:t>
            </a:r>
          </a:p>
          <a:p>
            <a:r>
              <a:t>• Phase 3: Scale (Q3-Q4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